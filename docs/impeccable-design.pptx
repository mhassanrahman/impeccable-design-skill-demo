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8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4183A"/>
                </a:solidFill>
                <a:latin typeface="Calibri"/>
              </a:rPr>
              <a:t>Open items after each review pass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Fixes</c:v>
                </c:pt>
              </c:strCache>
            </c:strRef>
          </c:tx>
          <c:spPr>
            <a:solidFill>
              <a:srgbClr val="1E4B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8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Verdict 3</c:v>
                  </c:pt>
                  <c:pt idx="1">
                    <c:v>Verdict 2</c:v>
                  </c:pt>
                  <c:pt idx="2">
                    <c:v>Verdict 1</c:v>
                  </c:pt>
                  <c:pt idx="3">
                    <c:v>Full review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8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D6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Impeccable is a Claude Code skill that turns UI requests into a directed design process: product context, a chosen visual direction, a build held to a quality floor, an independent review and a recorded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 https://impeccable.style/docs/ · https://impeccable.style · https://github.com/pbakaus/impeccable · https://github.com/mhassanrahman/impeccable-design-apps (toy-store/web).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peccable.style/docs/" TargetMode="External"/><Relationship Id="rId4" Type="http://schemas.openxmlformats.org/officeDocument/2006/relationships/hyperlink" Target="https://impeccable.style" TargetMode="External"/><Relationship Id="rId6" Type="http://schemas.openxmlformats.org/officeDocument/2006/relationships/hyperlink" Target="https://github.com/pbakaus/impeccable" TargetMode="External"/><Relationship Id="rId9" Type="http://schemas.openxmlformats.org/officeDocument/2006/relationships/hyperlink" Target="https://github.com/mhassanrahman/impeccable-design-apps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5" Type="http://schemas.openxmlformats.org/officeDocument/2006/relationships/image" Target="../media/image-8-3.png"/><Relationship Id="rId7" Type="http://schemas.openxmlformats.org/officeDocument/2006/relationships/image" Target="../media/image-8-4.png"/><Relationship Id="rId8" Type="http://schemas.openxmlformats.org/officeDocument/2006/relationships/image" Target="../media/image-8-5.png"/><Relationship Id="rId10" Type="http://schemas.openxmlformats.org/officeDocument/2006/relationships/image" Target="../media/image-8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Impeccable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design-director skill for Claude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033272" cy="329184"/>
          </a:xfrm>
          <a:prstGeom prst="roundRect">
            <a:avLst>
              <a:gd name="adj" fmla="val 50000"/>
            </a:avLst>
          </a:prstGeom>
          <a:solidFill>
            <a:srgbClr val="FFC61A"/>
          </a:solidFill>
          <a:ln w="12700">
            <a:solidFill>
              <a:srgbClr val="FFC6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63240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3063240"/>
            <a:ext cx="644652" cy="329184"/>
          </a:xfrm>
          <a:prstGeom prst="roundRect">
            <a:avLst>
              <a:gd name="adj" fmla="val 50000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3063240"/>
            <a:ext cx="6446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6020" y="3063240"/>
            <a:ext cx="644652" cy="329184"/>
          </a:xfrm>
          <a:prstGeom prst="roundRect">
            <a:avLst>
              <a:gd name="adj" fmla="val 50000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46020" y="3063240"/>
            <a:ext cx="6446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063240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306324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87952" y="3063240"/>
            <a:ext cx="1110996" cy="329184"/>
          </a:xfrm>
          <a:prstGeom prst="roundRect">
            <a:avLst>
              <a:gd name="adj" fmla="val 50000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87952" y="306324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08676" y="3063240"/>
            <a:ext cx="1344168" cy="329184"/>
          </a:xfrm>
          <a:prstGeom prst="roundRect">
            <a:avLst>
              <a:gd name="adj" fmla="val 50000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08676" y="306324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samples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version 4.0.0 · Notes from the Maven Fuzzy Factory (Toy Store) redesign · Hassan Rahman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Impeccable 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that makes Claude work like a design director, not a template generator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product and design context before touching UI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a visual direction so every project does not land on the same look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against a craft floor: contrast, states, focus, motion, anti-patterns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the finished build to a fresh reviewer, then records DESIGN.md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picks one of four modes from the surface being built: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87452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19472" y="2039112"/>
            <a:ext cx="402336" cy="402336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0056" y="213969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13248" y="2057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Persuade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919472" y="25328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marketing, pricing: the visitor decides and acts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66560" y="187452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31152" y="2039112"/>
            <a:ext cx="402336" cy="402336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6" y="213969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24928" y="2057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931152" y="25328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dashboards, tools: the visitor completes a task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54880" y="329184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19472" y="3456432"/>
            <a:ext cx="402336" cy="402336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355701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13248" y="3474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919472" y="39502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articles, guides: the visitor understands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766560" y="3291840"/>
            <a:ext cx="1874520" cy="1280160"/>
          </a:xfrm>
          <a:prstGeom prst="roundRect">
            <a:avLst>
              <a:gd name="adj" fmla="val 85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31152" y="3456432"/>
            <a:ext cx="402336" cy="402336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3557016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24928" y="3474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31152" y="39502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Portfolios, galleries: the work itself leads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4754880" y="4709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Toy Store dashboard ran in Operate mode.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install to a project Claude understands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26974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55648"/>
            <a:ext cx="420624" cy="420624"/>
          </a:xfrm>
          <a:prstGeom prst="ellipse">
            <a:avLst/>
          </a:prstGeom>
          <a:solidFill>
            <a:srgbClr val="FFC61A"/>
          </a:solidFill>
          <a:ln w="12700">
            <a:solidFill>
              <a:srgbClr val="FFC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04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skill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skill folder under ~/.claude/skills/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skills/impeccable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options: impeccable.style/docs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554480"/>
            <a:ext cx="1920240" cy="26974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755648"/>
            <a:ext cx="420624" cy="420624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304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context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session Claude runs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3108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9748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impeccable context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566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binary; Windows uses impeccable.cmd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1920240" cy="26974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755648"/>
            <a:ext cx="420624" cy="420624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304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product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interview, writes PRODUCT.md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108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/impeccable init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566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purpose, constraints, evidence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554480"/>
            <a:ext cx="1920240" cy="26974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0" y="1755648"/>
            <a:ext cx="420624" cy="420624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2304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system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code, or after a build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03720" y="31089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0372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/impeccable document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3566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DESIGN.md + .impeccable/design.json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/impeccable hooks on runs the design detector after every UI edit. /impeccable doctor repairs stale context files.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one entry point, many commands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</a:t>
            </a:r>
            <a:pPr indent="0" marL="0">
              <a:buNone/>
            </a:pPr>
            <a:r>
              <a:rPr lang="en-US" sz="1400" b="1" dirty="0">
                <a:solidFill>
                  <a:srgbClr val="1E4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/impeccable &lt;command&gt; [target]</a:t>
            </a:r>
            <a:pPr indent="0" marL="0">
              <a:buNone/>
            </a:pPr>
            <a:r>
              <a:rPr lang="en-US" sz="14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describe the change in plain words and it routes itself.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84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· init · document · extract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UX, capture product truth, extract a design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84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critique · audit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UX review; technical a11y, performance, responsive checks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84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polish · bolder · quieter · distill · harden · onboard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intensity, strip complexity, add edge cases and first-run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301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 · colorize · typeset · layout · delight · overdrive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87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colour, type, spacing, personality, ambitious effects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15468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2900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6301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 · adapt · optimize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4087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copy, devices and screen sizes, UI performance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15468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1792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6301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087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elements in the browser and generate alternatives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how a redesign actually runs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Toy Store dashboard, from "make it professional" to a shipped, documented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28216"/>
            <a:ext cx="310896" cy="310896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30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41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story, constraints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4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PRODUCT.md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1600200"/>
            <a:ext cx="1097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55648" y="1728216"/>
            <a:ext cx="310896" cy="310896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55648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55648" y="2130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roll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2441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choices on a decision page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755648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4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600200"/>
            <a:ext cx="1097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44368" y="1728216"/>
            <a:ext cx="310896" cy="310896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44368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2130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944368" y="2441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Thesis, world, first viewport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944368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4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brief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0" y="1600200"/>
            <a:ext cx="1097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33088" y="1728216"/>
            <a:ext cx="310896" cy="310896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33088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33088" y="2130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133088" y="2441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craft floor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133088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4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12080" y="1600200"/>
            <a:ext cx="1097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21808" y="1728216"/>
            <a:ext cx="310896" cy="310896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21808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321808" y="2130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21808" y="2441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anti-pattern scan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321808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4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impeccable detect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1600200"/>
            <a:ext cx="1097280" cy="1828800"/>
          </a:xfrm>
          <a:prstGeom prst="roundRect">
            <a:avLst>
              <a:gd name="adj" fmla="val 10000"/>
            </a:avLst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10528" y="1728216"/>
            <a:ext cx="310896" cy="310896"/>
          </a:xfrm>
          <a:prstGeom prst="ellipse">
            <a:avLst/>
          </a:prstGeom>
          <a:solidFill>
            <a:srgbClr val="FFC61A"/>
          </a:solidFill>
          <a:ln w="12700">
            <a:solidFill>
              <a:srgbClr val="FFC6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0528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510528" y="2130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510528" y="2441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reviewer, screenshots only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510528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C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/ fix / rebuild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1600200"/>
            <a:ext cx="10972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99248" y="1728216"/>
            <a:ext cx="310896" cy="310896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99248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699248" y="2130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7699248" y="2441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from the shipped build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699248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4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4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47" name="Text 45"/>
          <p:cNvSpPr txBox="1"/>
          <p:nvPr/>
        </p:nvSpPr>
        <p:spPr>
          <a:xfrm>
            <a:off x="118872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cards shown, 1 chosen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324612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4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49" name="Text 47"/>
          <p:cNvSpPr txBox="1"/>
          <p:nvPr/>
        </p:nvSpPr>
        <p:spPr>
          <a:xfrm>
            <a:off x="397764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fixes from the full review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03504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4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51" name="Text 49"/>
          <p:cNvSpPr txBox="1"/>
          <p:nvPr/>
        </p:nvSpPr>
        <p:spPr>
          <a:xfrm>
            <a:off x="676656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passes, the last one "ship"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430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Escapes the generic AI look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721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seeded roll and named anti-patterns (gradient text, glass, eyebrow labels, hard shadows) keep designs off the category default.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121408"/>
            <a:ext cx="548640" cy="548640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585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0756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that survives sessions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404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PRODUCT.md, DESIGN.md and design.json let any later edit stay on-brand without re-explaining.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054096"/>
            <a:ext cx="548640" cy="548640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9125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0083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quality floor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337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Contrast, focus rings, states, motion rules and browser surfaces are checked, not assumed.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986784"/>
            <a:ext cx="548640" cy="548640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2394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9410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 with evidence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4270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reviewer judges screenshots against the contract; fixes are scored resolved, partial or unresolved.</a:t>
            </a:r>
            <a:endParaRPr lang="en-US" sz="11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0" y="1143000"/>
          <a:ext cx="3200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0" name="Text 13"/>
          <p:cNvSpPr txBox="1"/>
          <p:nvPr/>
        </p:nvSpPr>
        <p:spPr>
          <a:xfrm>
            <a:off x="54864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Store redesign: every item was closed before "ship".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and how to work with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280160"/>
            <a:ext cx="420624" cy="420624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385316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252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time and tokens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53619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Interviews, a direction round and up to three review rounds. Use narrow commands (polish, layout) for small fixes.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28032" y="1280160"/>
            <a:ext cx="420624" cy="420624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88" y="1385316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2252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Comp-first needs image generation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153619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image tool it builds code-first; the ambition lives in a written contract instead of a mock.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33172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" y="2514600"/>
            <a:ext cx="420624" cy="420624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2619756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4597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only sees screenshots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" y="277063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capture valid desktop and mobile shots. Headless Chrome cannot go below ~500px, so mobile needs an iframe or device tool.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63440" y="233172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28032" y="2514600"/>
            <a:ext cx="420624" cy="420624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88" y="2619756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24597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 may surprise you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5394960" y="277063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seeded direction can feel off-brief. Re-roll (safer / bolder) or take the category standard.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5661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21792" y="3749040"/>
            <a:ext cx="420624" cy="420624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3854196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88720" y="36941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can false-alarm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1188720" y="40050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 cramped-padding on an intentional ruled strip need human judgement.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663440" y="35661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4183A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828032" y="3749040"/>
            <a:ext cx="420624" cy="420624"/>
          </a:xfrm>
          <a:prstGeom prst="ellipse">
            <a:avLst/>
          </a:prstGeom>
          <a:solidFill>
            <a:srgbClr val="14183A"/>
          </a:solidFill>
          <a:ln w="12700">
            <a:solidFill>
              <a:srgbClr val="14183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188" y="3854196"/>
            <a:ext cx="210312" cy="2103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94960" y="36941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adds files to the repo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5394960" y="40050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design.json and surfaces/; git-ignore .impeccable/review, questions, build and mocks.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samples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0302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152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6" name="Text 3">
            <a:hlinkClick r:id="rId2" tooltip="https://impeccable.style/docs/"/>
          </p:cNvPr>
          <p:cNvSpPr txBox="1"/>
          <p:nvPr/>
        </p:nvSpPr>
        <p:spPr>
          <a:xfrm>
            <a:off x="1051560" y="1435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C6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impeccable.style/doc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impeccable.style/docs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170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020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site</a:t>
            </a:r>
            <a:endParaRPr lang="en-US" sz="1400" dirty="0"/>
          </a:p>
        </p:txBody>
      </p:sp>
      <p:sp>
        <p:nvSpPr>
          <p:cNvPr id="10" name="Text 6">
            <a:hlinkClick r:id="rId4" tooltip="https://impeccable.style"/>
          </p:cNvPr>
          <p:cNvSpPr txBox="1"/>
          <p:nvPr/>
        </p:nvSpPr>
        <p:spPr>
          <a:xfrm>
            <a:off x="105156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C6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impeccable.sty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impeccable.style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E4BD2"/>
          </a:solidFill>
          <a:ln w="12700">
            <a:solidFill>
              <a:srgbClr val="1E4BD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03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source</a:t>
            </a:r>
            <a:endParaRPr lang="en-US" sz="1400" dirty="0"/>
          </a:p>
        </p:txBody>
      </p:sp>
      <p:sp>
        <p:nvSpPr>
          <p:cNvPr id="14" name="Text 9">
            <a:hlinkClick r:id="rId6" tooltip="https://github.com/pbakaus/impeccable"/>
          </p:cNvPr>
          <p:cNvSpPr txBox="1"/>
          <p:nvPr/>
        </p:nvSpPr>
        <p:spPr>
          <a:xfrm>
            <a:off x="1051560" y="3172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C6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github.com/pbakaus/impeccab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github.com/pbakaus/impeccable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FFC61A"/>
          </a:solidFill>
          <a:ln w="12700">
            <a:solidFill>
              <a:srgbClr val="FFC61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09060"/>
            <a:ext cx="228600" cy="22860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0906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51560" y="3758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Toy Store analysis</a:t>
            </a:r>
            <a:endParaRPr lang="en-US" sz="1400" dirty="0"/>
          </a:p>
        </p:txBody>
      </p:sp>
      <p:sp>
        <p:nvSpPr>
          <p:cNvPr id="19" name="Text 12">
            <a:hlinkClick r:id="rId9" tooltip="https://github.com/mhassanrahman/impeccable-design-apps"/>
          </p:cNvPr>
          <p:cNvSpPr txBox="1"/>
          <p:nvPr/>
        </p:nvSpPr>
        <p:spPr>
          <a:xfrm>
            <a:off x="105156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C6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https://github.com/mhassanrahman/impeccable-design-app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github.com/mhassanrahman/impeccable-design-apps</a:t>
            </a:r>
            <a:endParaRPr lang="en-US" sz="1150" dirty="0"/>
          </a:p>
        </p:txBody>
      </p:sp>
      <p:pic>
        <p:nvPicPr>
          <p:cNvPr id="20" name="Image 5" descr="C:\Users\mhassan\AppData\Local\Temp\claude\C--Code-mhassanrahman-impeccable-design-apps-toy-store\43ee9cb0-ad19-4bac-a1c9-1e60a975d7c2\scratchpad\shot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892040" y="914400"/>
            <a:ext cx="3794760" cy="2134553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892040" y="32004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Store Overview after the redesign: a live finding headline, a key-figures strip, and the chart that proves it. Sample code in toy-store/web; the design system is in toy-store/DESIGN.md.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Impeccable: design skill for Claude Code</dc:title>
  <dc:subject>PptxGenJS Presentation</dc:subject>
  <dc:creator>Hassan Rahman</dc:creator>
  <cp:lastModifiedBy>Hassan Rahman</cp:lastModifiedBy>
  <cp:revision>1</cp:revision>
  <dcterms:created xsi:type="dcterms:W3CDTF">2026-09-30T14:06:02Z</dcterms:created>
  <dcterms:modified xsi:type="dcterms:W3CDTF">2026-09-30T14:06:02Z</dcterms:modified>
</cp:coreProperties>
</file>